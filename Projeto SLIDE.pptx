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5"/>
  </p:notesMasterIdLst>
  <p:sldIdLst>
    <p:sldId id="263" r:id="rId2"/>
    <p:sldId id="261" r:id="rId3"/>
    <p:sldId id="262" r:id="rId4"/>
  </p:sldIdLst>
  <p:sldSz cx="9144000" cy="5143500" type="screen16x9"/>
  <p:notesSz cx="6858000" cy="9144000"/>
  <p:embeddedFontLst>
    <p:embeddedFont>
      <p:font typeface="Oswald" panose="00000500000000000000" pitchFamily="2" charset="0"/>
      <p:regular r:id="rId6"/>
      <p:bold r:id="rId7"/>
    </p:embeddedFont>
    <p:embeddedFont>
      <p:font typeface="Oswald Medium" panose="00000600000000000000" pitchFamily="2" charset="0"/>
      <p:regular r:id="rId8"/>
      <p:bold r:id="rId9"/>
    </p:embeddedFont>
    <p:embeddedFont>
      <p:font typeface="Roboto Slab ExtraBold" pitchFamily="2" charset="0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497A8B-7790-4283-B182-434C14685436}">
  <a:tblStyle styleId="{67497A8B-7790-4283-B182-434C146854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E8AA172-71F6-641C-39BB-C3B5852A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3d1696613d_0_9:notes">
            <a:extLst>
              <a:ext uri="{FF2B5EF4-FFF2-40B4-BE49-F238E27FC236}">
                <a16:creationId xmlns:a16="http://schemas.microsoft.com/office/drawing/2014/main" id="{BDAA52CE-CDE7-DC5F-60AA-749DBE3AD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145" name="Google Shape;145;g13d1696613d_0_9:notes">
            <a:extLst>
              <a:ext uri="{FF2B5EF4-FFF2-40B4-BE49-F238E27FC236}">
                <a16:creationId xmlns:a16="http://schemas.microsoft.com/office/drawing/2014/main" id="{2C13EB98-A0AB-6360-08B7-B5798B71AE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574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3e8edbed8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245" name="Google Shape;245;g13e8edbed8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B10C978E-0852-33CE-B818-748CAA3D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3e8edbed8a_0_103:notes">
            <a:extLst>
              <a:ext uri="{FF2B5EF4-FFF2-40B4-BE49-F238E27FC236}">
                <a16:creationId xmlns:a16="http://schemas.microsoft.com/office/drawing/2014/main" id="{2CDD5EDD-CB64-E1D1-860C-25FCF52675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245" name="Google Shape;245;g13e8edbed8a_0_103:notes">
            <a:extLst>
              <a:ext uri="{FF2B5EF4-FFF2-40B4-BE49-F238E27FC236}">
                <a16:creationId xmlns:a16="http://schemas.microsoft.com/office/drawing/2014/main" id="{2FBEBBC4-0D8A-B85B-F514-B46C053A1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6688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178100" y="771000"/>
            <a:ext cx="6787800" cy="360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836525" y="1676675"/>
            <a:ext cx="4615800" cy="147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836525" y="3291875"/>
            <a:ext cx="4615800" cy="40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None/>
              <a:defRPr>
                <a:solidFill>
                  <a:schemeClr val="accent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2025425" y="535050"/>
            <a:ext cx="7118700" cy="407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 flipH="1">
            <a:off x="2597825" y="1168638"/>
            <a:ext cx="3591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2597825" y="2090563"/>
            <a:ext cx="3591600" cy="18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 sz="2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 sz="2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2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 sz="2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 sz="2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2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 sz="2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/>
          <p:nvPr/>
        </p:nvSpPr>
        <p:spPr>
          <a:xfrm>
            <a:off x="0" y="771000"/>
            <a:ext cx="9144000" cy="360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/>
          <p:nvPr/>
        </p:nvSpPr>
        <p:spPr>
          <a:xfrm>
            <a:off x="0" y="0"/>
            <a:ext cx="9144000" cy="433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811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Roboto Slab ExtraBold"/>
              <a:buNone/>
              <a:defRPr sz="3500">
                <a:solidFill>
                  <a:schemeClr val="dk2"/>
                </a:solidFill>
                <a:latin typeface="Roboto Slab ExtraBold"/>
                <a:ea typeface="Roboto Slab ExtraBold"/>
                <a:cs typeface="Roboto Slab ExtraBold"/>
                <a:sym typeface="Roboto Slab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200" y="1152475"/>
            <a:ext cx="77136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"/>
              <a:buChar char="●"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"/>
              <a:buChar char="○"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"/>
              <a:buChar char="■"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"/>
              <a:buChar char="●"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"/>
              <a:buChar char="○"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"/>
              <a:buChar char="■"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"/>
              <a:buChar char="●"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"/>
              <a:buChar char="○"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"/>
              <a:buChar char="■"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1" r:id="rId3"/>
    <p:sldLayoutId id="2147483669" r:id="rId4"/>
    <p:sldLayoutId id="214748367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76485AA1-8607-8FA1-6E35-1E1FDEA4A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B804ACAC-728E-01AD-6FCB-227C895C1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958" y="1003020"/>
            <a:ext cx="2592084" cy="2592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E15F14D-9244-F0E9-BAD4-F6A20AA46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  <p:sp>
        <p:nvSpPr>
          <p:cNvPr id="16" name="Google Shape;148;p28">
            <a:extLst>
              <a:ext uri="{FF2B5EF4-FFF2-40B4-BE49-F238E27FC236}">
                <a16:creationId xmlns:a16="http://schemas.microsoft.com/office/drawing/2014/main" id="{4149DC0B-9080-397E-BC0B-ACFD29381D0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64100" y="3793224"/>
            <a:ext cx="4615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n w="3175">
                  <a:noFill/>
                </a:ln>
                <a:solidFill>
                  <a:schemeClr val="tx2">
                    <a:lumMod val="10000"/>
                  </a:schemeClr>
                </a:solidFill>
              </a:rPr>
              <a:t>Projeto Java feito por: </a:t>
            </a:r>
            <a:r>
              <a:rPr lang="pt-BR" sz="1100" dirty="0">
                <a:ln w="3175">
                  <a:noFill/>
                </a:ln>
                <a:solidFill>
                  <a:srgbClr val="C00000"/>
                </a:solidFill>
              </a:rPr>
              <a:t>Matheus Pinheiro, Meriani Garcia e Jéssica Quadro</a:t>
            </a:r>
            <a:endParaRPr sz="1100" dirty="0">
              <a:ln w="3175">
                <a:noFill/>
              </a:ln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082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>
            <a:spLocks noGrp="1"/>
          </p:cNvSpPr>
          <p:nvPr>
            <p:ph type="ctrTitle"/>
          </p:nvPr>
        </p:nvSpPr>
        <p:spPr>
          <a:xfrm flipH="1">
            <a:off x="2597825" y="1168638"/>
            <a:ext cx="3591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 dirty="0">
                <a:solidFill>
                  <a:schemeClr val="tx2">
                    <a:lumMod val="10000"/>
                  </a:schemeClr>
                </a:solidFill>
              </a:rPr>
              <a:t>Programas </a:t>
            </a:r>
            <a:endParaRPr u="sng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48" name="Google Shape;248;p33"/>
          <p:cNvSpPr txBox="1">
            <a:spLocks noGrp="1"/>
          </p:cNvSpPr>
          <p:nvPr>
            <p:ph type="subTitle" idx="1"/>
          </p:nvPr>
        </p:nvSpPr>
        <p:spPr>
          <a:xfrm>
            <a:off x="2597825" y="2090563"/>
            <a:ext cx="3591600" cy="18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 dirty="0">
                <a:solidFill>
                  <a:srgbClr val="7030A0"/>
                </a:solidFill>
              </a:rPr>
              <a:t>Projeto feito por: </a:t>
            </a:r>
            <a:r>
              <a:rPr lang="en" u="sng" dirty="0">
                <a:solidFill>
                  <a:srgbClr val="7030A0"/>
                </a:solidFill>
              </a:rPr>
              <a:t> </a:t>
            </a:r>
            <a:endParaRPr u="sng" dirty="0">
              <a:solidFill>
                <a:srgbClr val="7030A0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7030A0"/>
              </a:solidFill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b="1" dirty="0">
                <a:solidFill>
                  <a:srgbClr val="7030A0"/>
                </a:solidFill>
              </a:rPr>
              <a:t>Eclipse</a:t>
            </a:r>
            <a:r>
              <a:rPr lang="en" dirty="0">
                <a:solidFill>
                  <a:srgbClr val="7030A0"/>
                </a:solidFill>
              </a:rPr>
              <a:t> (Java) </a:t>
            </a:r>
            <a:endParaRPr dirty="0">
              <a:solidFill>
                <a:srgbClr val="7030A0"/>
              </a:solidFill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b="1" dirty="0">
                <a:solidFill>
                  <a:srgbClr val="7030A0"/>
                </a:solidFill>
              </a:rPr>
              <a:t>MySQL</a:t>
            </a:r>
            <a:r>
              <a:rPr lang="en" dirty="0">
                <a:solidFill>
                  <a:srgbClr val="7030A0"/>
                </a:solidFill>
              </a:rPr>
              <a:t> (Banco de dados) </a:t>
            </a:r>
          </a:p>
          <a:p>
            <a:pPr marL="139700" lvl="0" indent="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endParaRPr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2C615BC-C5AE-BF66-D723-2D1BE9E81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617" y="3851867"/>
            <a:ext cx="609685" cy="60968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7B1E34A-BC0A-EB8D-4D21-751D72D0B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13"/>
            <a:ext cx="9144000" cy="51334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6A636226-9282-B996-8722-AE338D31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>
            <a:extLst>
              <a:ext uri="{FF2B5EF4-FFF2-40B4-BE49-F238E27FC236}">
                <a16:creationId xmlns:a16="http://schemas.microsoft.com/office/drawing/2014/main" id="{CADBE2FC-9724-A92B-045B-8F4907F4261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2597825" y="1168638"/>
            <a:ext cx="3591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 dirty="0">
                <a:solidFill>
                  <a:schemeClr val="tx2">
                    <a:lumMod val="10000"/>
                  </a:schemeClr>
                </a:solidFill>
              </a:rPr>
              <a:t>Funcionalidade </a:t>
            </a:r>
            <a:endParaRPr u="sng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48" name="Google Shape;248;p33">
            <a:extLst>
              <a:ext uri="{FF2B5EF4-FFF2-40B4-BE49-F238E27FC236}">
                <a16:creationId xmlns:a16="http://schemas.microsoft.com/office/drawing/2014/main" id="{E62A74BD-7A27-C693-371A-D31000570A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97825" y="2090563"/>
            <a:ext cx="3591600" cy="18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 dirty="0">
                <a:solidFill>
                  <a:srgbClr val="7030A0"/>
                </a:solidFill>
              </a:rPr>
              <a:t>Ações:</a:t>
            </a:r>
            <a:endParaRPr u="sng" dirty="0">
              <a:solidFill>
                <a:srgbClr val="7030A0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7030A0"/>
              </a:solidFill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dirty="0">
                <a:solidFill>
                  <a:srgbClr val="7030A0"/>
                </a:solidFill>
              </a:rPr>
              <a:t>Cadastro de Serviços </a:t>
            </a:r>
            <a:endParaRPr dirty="0">
              <a:solidFill>
                <a:srgbClr val="7030A0"/>
              </a:solidFill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dirty="0">
                <a:solidFill>
                  <a:srgbClr val="7030A0"/>
                </a:solidFill>
              </a:rPr>
              <a:t>Edições de Serviços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dirty="0">
                <a:solidFill>
                  <a:srgbClr val="7030A0"/>
                </a:solidFill>
              </a:rPr>
              <a:t>Excluir Serviços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dirty="0">
                <a:solidFill>
                  <a:srgbClr val="7030A0"/>
                </a:solidFill>
              </a:rPr>
              <a:t>Tabela de Preço (PDF)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dirty="0">
                <a:solidFill>
                  <a:srgbClr val="7030A0"/>
                </a:solidFill>
              </a:rPr>
              <a:t>Limpar (Reset)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dirty="0">
                <a:solidFill>
                  <a:srgbClr val="7030A0"/>
                </a:solidFill>
              </a:rPr>
              <a:t>Informações sobre o projeto</a:t>
            </a:r>
          </a:p>
          <a:p>
            <a:pPr marL="139700" lvl="0" indent="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endParaRPr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1B9715B-B384-AEF5-67E4-947C43795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617" y="3859487"/>
            <a:ext cx="609685" cy="60968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CFC946-6B3E-33AC-B538-B17C1E655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13"/>
            <a:ext cx="9144000" cy="51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86900"/>
      </p:ext>
    </p:extLst>
  </p:cSld>
  <p:clrMapOvr>
    <a:masterClrMapping/>
  </p:clrMapOvr>
</p:sld>
</file>

<file path=ppt/theme/theme1.xml><?xml version="1.0" encoding="utf-8"?>
<a:theme xmlns:a="http://schemas.openxmlformats.org/drawingml/2006/main" name="Barber Shop Company Profile by Slidesgo">
  <a:themeElements>
    <a:clrScheme name="Simple Light">
      <a:dk1>
        <a:srgbClr val="003778"/>
      </a:dk1>
      <a:lt1>
        <a:srgbClr val="FFFFFF"/>
      </a:lt1>
      <a:dk2>
        <a:srgbClr val="424242"/>
      </a:dk2>
      <a:lt2>
        <a:srgbClr val="D3D3D3"/>
      </a:lt2>
      <a:accent1>
        <a:srgbClr val="CD333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377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53</Words>
  <Application>Microsoft Office PowerPoint</Application>
  <PresentationFormat>Apresentação na tela (16:9)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Roboto Slab ExtraBold</vt:lpstr>
      <vt:lpstr>Oswald Medium</vt:lpstr>
      <vt:lpstr>Oswald</vt:lpstr>
      <vt:lpstr>Arial</vt:lpstr>
      <vt:lpstr>Barber Shop Company Profile by Slidesgo</vt:lpstr>
      <vt:lpstr>Apresentação do PowerPoint</vt:lpstr>
      <vt:lpstr>Programas </vt:lpstr>
      <vt:lpstr>Funcionalidade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MATHEUS PINHEIRO DE OLIVEIRA</cp:lastModifiedBy>
  <cp:revision>2</cp:revision>
  <dcterms:modified xsi:type="dcterms:W3CDTF">2026-03-27T01:02:24Z</dcterms:modified>
</cp:coreProperties>
</file>